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74640e42794804" /><Relationship Type="http://schemas.openxmlformats.org/officeDocument/2006/relationships/extended-properties" Target="/docProps/app.xml" Id="R1e2f03c92c404d11" /><Relationship Type="http://schemas.openxmlformats.org/officeDocument/2006/relationships/officeDocument" Target="/ppt/presentation.xml" Id="R62a684fab61f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d10aa524f24534"/>
  </p:sldMasterIdLst>
  <p:notesMasterIdLst>
    <p:notesMasterId xmlns:r="http://schemas.openxmlformats.org/officeDocument/2006/relationships" r:id="Rd46d0e46ebb64306"/>
  </p:notesMasterIdLst>
  <p:sldIdLst>
    <p:sldId xmlns:r="http://schemas.openxmlformats.org/officeDocument/2006/relationships" id="256" r:id="Rc97ac09c3d7b4087"/>
    <p:sldId xmlns:r="http://schemas.openxmlformats.org/officeDocument/2006/relationships" id="257" r:id="Rf3218e9902f44f6f"/>
    <p:sldId xmlns:r="http://schemas.openxmlformats.org/officeDocument/2006/relationships" id="258" r:id="R7c6d384e83db46c5"/>
    <p:sldId xmlns:r="http://schemas.openxmlformats.org/officeDocument/2006/relationships" id="259" r:id="R87589603bfba4d87"/>
    <p:sldId xmlns:r="http://schemas.openxmlformats.org/officeDocument/2006/relationships" id="260" r:id="R41e2f826076e46cd"/>
    <p:sldId xmlns:r="http://schemas.openxmlformats.org/officeDocument/2006/relationships" id="261" r:id="R459050c7b8844f8f"/>
    <p:sldId xmlns:r="http://schemas.openxmlformats.org/officeDocument/2006/relationships" id="262" r:id="R47077fbedfe14729"/>
    <p:sldId xmlns:r="http://schemas.openxmlformats.org/officeDocument/2006/relationships" id="263" r:id="R9a49eba21ab945e4"/>
    <p:sldId xmlns:r="http://schemas.openxmlformats.org/officeDocument/2006/relationships" id="264" r:id="Rfff5dbb298e84fbd"/>
    <p:sldId xmlns:r="http://schemas.openxmlformats.org/officeDocument/2006/relationships" id="265" r:id="Rcd800df638fd4cd7"/>
    <p:sldId xmlns:r="http://schemas.openxmlformats.org/officeDocument/2006/relationships" id="266" r:id="Rc0977842699d477d"/>
    <p:sldId xmlns:r="http://schemas.openxmlformats.org/officeDocument/2006/relationships" id="267" r:id="R4b1e4902e97747a8"/>
    <p:sldId xmlns:r="http://schemas.openxmlformats.org/officeDocument/2006/relationships" id="268" r:id="R9481be09b3534792"/>
    <p:sldId xmlns:r="http://schemas.openxmlformats.org/officeDocument/2006/relationships" id="269" r:id="Re12c9294dafb4909"/>
    <p:sldId xmlns:r="http://schemas.openxmlformats.org/officeDocument/2006/relationships" id="270" r:id="Re6444d91305640c3"/>
    <p:sldId xmlns:r="http://schemas.openxmlformats.org/officeDocument/2006/relationships" id="271" r:id="R8e10c6fb706a4ac9"/>
    <p:sldId xmlns:r="http://schemas.openxmlformats.org/officeDocument/2006/relationships" id="272" r:id="R942ceaf345384127"/>
    <p:sldId xmlns:r="http://schemas.openxmlformats.org/officeDocument/2006/relationships" id="273" r:id="Rcc57ac24616442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1b88f7d9e491b" /><Relationship Type="http://schemas.openxmlformats.org/officeDocument/2006/relationships/slideMaster" Target="/ppt/slideMasters/slideMaster1.xml" Id="R8ed10aa524f24534" /><Relationship Type="http://schemas.openxmlformats.org/officeDocument/2006/relationships/notesMaster" Target="/ppt/notesMasters/notesMaster1.xml" Id="Rd46d0e46ebb64306" /><Relationship Type="http://schemas.openxmlformats.org/officeDocument/2006/relationships/presProps" Target="/ppt/presProps.xml" Id="R1bb00686e5be427a" /><Relationship Type="http://schemas.openxmlformats.org/officeDocument/2006/relationships/tableStyles" Target="/ppt/tableStyles.xml" Id="R0b2b6fdb88e04f22" /><Relationship Type="http://schemas.openxmlformats.org/officeDocument/2006/relationships/slide" Target="/ppt/slides/slide1.xml" Id="Rc97ac09c3d7b4087" /><Relationship Type="http://schemas.openxmlformats.org/officeDocument/2006/relationships/slide" Target="/ppt/slides/slide2.xml" Id="Rf3218e9902f44f6f" /><Relationship Type="http://schemas.openxmlformats.org/officeDocument/2006/relationships/slide" Target="/ppt/slides/slide3.xml" Id="R7c6d384e83db46c5" /><Relationship Type="http://schemas.openxmlformats.org/officeDocument/2006/relationships/slide" Target="/ppt/slides/slide4.xml" Id="R87589603bfba4d87" /><Relationship Type="http://schemas.openxmlformats.org/officeDocument/2006/relationships/slide" Target="/ppt/slides/slide5.xml" Id="R41e2f826076e46cd" /><Relationship Type="http://schemas.openxmlformats.org/officeDocument/2006/relationships/slide" Target="/ppt/slides/slide6.xml" Id="R459050c7b8844f8f" /><Relationship Type="http://schemas.openxmlformats.org/officeDocument/2006/relationships/slide" Target="/ppt/slides/slide7.xml" Id="R47077fbedfe14729" /><Relationship Type="http://schemas.openxmlformats.org/officeDocument/2006/relationships/slide" Target="/ppt/slides/slide8.xml" Id="R9a49eba21ab945e4" /><Relationship Type="http://schemas.openxmlformats.org/officeDocument/2006/relationships/slide" Target="/ppt/slides/slide9.xml" Id="Rfff5dbb298e84fbd" /><Relationship Type="http://schemas.openxmlformats.org/officeDocument/2006/relationships/slide" Target="/ppt/slides/slide10.xml" Id="Rcd800df638fd4cd7" /><Relationship Type="http://schemas.openxmlformats.org/officeDocument/2006/relationships/slide" Target="/ppt/slides/slide11.xml" Id="Rc0977842699d477d" /><Relationship Type="http://schemas.openxmlformats.org/officeDocument/2006/relationships/slide" Target="/ppt/slides/slide12.xml" Id="R4b1e4902e97747a8" /><Relationship Type="http://schemas.openxmlformats.org/officeDocument/2006/relationships/slide" Target="/ppt/slides/slide13.xml" Id="R9481be09b3534792" /><Relationship Type="http://schemas.openxmlformats.org/officeDocument/2006/relationships/slide" Target="/ppt/slides/slide14.xml" Id="Re12c9294dafb4909" /><Relationship Type="http://schemas.openxmlformats.org/officeDocument/2006/relationships/slide" Target="/ppt/slides/slide15.xml" Id="Re6444d91305640c3" /><Relationship Type="http://schemas.openxmlformats.org/officeDocument/2006/relationships/slide" Target="/ppt/slides/slide16.xml" Id="R8e10c6fb706a4ac9" /><Relationship Type="http://schemas.openxmlformats.org/officeDocument/2006/relationships/slide" Target="/ppt/slides/slide17.xml" Id="R942ceaf345384127" /><Relationship Type="http://schemas.openxmlformats.org/officeDocument/2006/relationships/slide" Target="/ppt/slides/slide18.xml" Id="Rcc57ac24616442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88f20bbd2647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edfd498a5e4f52" /><Relationship Type="http://schemas.openxmlformats.org/officeDocument/2006/relationships/notesMaster" Target="/ppt/notesMasters/notesMaster1.xml" Id="Rca683489a9ae4f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773d9877c94f88" /><Relationship Type="http://schemas.openxmlformats.org/officeDocument/2006/relationships/notesMaster" Target="/ppt/notesMasters/notesMaster1.xml" Id="Raf48d5d503fc46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18190807a48af" /><Relationship Type="http://schemas.openxmlformats.org/officeDocument/2006/relationships/notesMaster" Target="/ppt/notesMasters/notesMaster1.xml" Id="R2f78c4e0ecac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cd1be1e828438b" /><Relationship Type="http://schemas.openxmlformats.org/officeDocument/2006/relationships/notesMaster" Target="/ppt/notesMasters/notesMaster1.xml" Id="R2e45d69b3f084f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1344de207a4ed7" /><Relationship Type="http://schemas.openxmlformats.org/officeDocument/2006/relationships/notesMaster" Target="/ppt/notesMasters/notesMaster1.xml" Id="Re423dada1ade42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79c86243944e8e" /><Relationship Type="http://schemas.openxmlformats.org/officeDocument/2006/relationships/notesMaster" Target="/ppt/notesMasters/notesMaster1.xml" Id="R1d793784bf9246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ccea7ecfee4c6e" /><Relationship Type="http://schemas.openxmlformats.org/officeDocument/2006/relationships/notesMaster" Target="/ppt/notesMasters/notesMaster1.xml" Id="R6d59f8b4aca141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a1dfa4c35b4e29" /><Relationship Type="http://schemas.openxmlformats.org/officeDocument/2006/relationships/notesMaster" Target="/ppt/notesMasters/notesMaster1.xml" Id="R922ac4370ede47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135bc94ac4781" /><Relationship Type="http://schemas.openxmlformats.org/officeDocument/2006/relationships/notesMaster" Target="/ppt/notesMasters/notesMaster1.xml" Id="R835a140d969e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a5d1a462c64717" /><Relationship Type="http://schemas.openxmlformats.org/officeDocument/2006/relationships/notesMaster" Target="/ppt/notesMasters/notesMaster1.xml" Id="R1d686b9e709c4a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3c63c102a24d95" /><Relationship Type="http://schemas.openxmlformats.org/officeDocument/2006/relationships/notesMaster" Target="/ppt/notesMasters/notesMaster1.xml" Id="R1ed3c423e8674f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327d4c01924648" /><Relationship Type="http://schemas.openxmlformats.org/officeDocument/2006/relationships/notesMaster" Target="/ppt/notesMasters/notesMaster1.xml" Id="Rc430597ef11d4e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015b52960a4258" /><Relationship Type="http://schemas.openxmlformats.org/officeDocument/2006/relationships/notesMaster" Target="/ppt/notesMasters/notesMaster1.xml" Id="R804ac7cd095e4e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f7bb352ca74777" /><Relationship Type="http://schemas.openxmlformats.org/officeDocument/2006/relationships/notesMaster" Target="/ppt/notesMasters/notesMaster1.xml" Id="R9d4b0335780249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07a5bbd0f7491f" /><Relationship Type="http://schemas.openxmlformats.org/officeDocument/2006/relationships/notesMaster" Target="/ppt/notesMasters/notesMaster1.xml" Id="Ra4c5b41945ad4b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ca36ba3d604331" /><Relationship Type="http://schemas.openxmlformats.org/officeDocument/2006/relationships/notesMaster" Target="/ppt/notesMasters/notesMaster1.xml" Id="Rba4ef338615f40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7188f775be4fdd" /><Relationship Type="http://schemas.openxmlformats.org/officeDocument/2006/relationships/notesMaster" Target="/ppt/notesMasters/notesMaster1.xml" Id="Rf9470121a04e4a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45c1e86e9849a0" /><Relationship Type="http://schemas.openxmlformats.org/officeDocument/2006/relationships/notesMaster" Target="/ppt/notesMasters/notesMaster1.xml" Id="R015dd2c9b4894d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propósito de la aplicación y los integrantes del equipo. El curso solicitó C# y SQL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cliente puede tener relaciones con varias instituciones. Evitar registrar a la misma persona varias veces.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lo implementado con la rúbrica. La exposición es una actividad que el equipo debe realizar.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con el caso de un cliente con un banco y una cooperativa, incluso de consorcios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las clases en Visual Studio. Service encapsula reglas; Database encapsula acceso a SQL. Los formularios heredan de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claves primarias y foráneas. Afiliaciones tiene clave compuesta ClienteId e InstitucionId.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selección del departamento filtra municipios. No repetimos DepartamentoId en Clientes. Catálogo: https://asamblea.gob.sv/node/12806 y https://www.asamblea.gob.sv/node/12819.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Datos de carga inicial: 3 consorcios, 12 instituciones, 1200 clientes, 2400 afiliaciones y 10 usuarios. Mostrar que los totales provienen de SQL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formulario y comentar los campos obligatorios, la fecha confirmada y el municipio 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Asociar una institución y mostrar la relación en SQL Server. Una afiliación se retira sin eliminar a ninguna entidad.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DUI duplicado y una fecha vacía. El servicio y SQL Server protegen datos aun si cambia el formulario.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cuentas de aplicación no son logins de SQL. El rol consulta no escribe. PBKDF2 usa una sal distinta por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dato y la auditoría usan una transacción. La ficha conserva el rowversion que leyó. Si cambia antes de guardar, el usuario debe recargar.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SSMS abrir 03_Consultas_y_Indices.sql. El optimizador decide qué índice usar. La paginación entrega 50 registros y la búsqueda es por prefijo.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 pruebas ejecutadas contra SQL Server Express local. Ver docs/Pruebas.txt. No equivalen a una prueba de carga empresarial.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base ya está instalada en este equipo. En otro equipo ejecutar primero los scripts, configurar conexion.txt y abrir el ejecutable o solución.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 transparentes. La aplicación es funcional localmente. No hay pruebas de cientos de usuarios. Se requieren permisos restringidos o API, carga y operación de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recorrido del guion. Cada integrante debe explicar el código y las reglas. Responder por qué existe la tabla intermedia y cómo evitan duplicados.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Consorcio-1.pdf y código de la solución Consorcio. Datos de demostración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905a9da3d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78cfefc3b46cc" /><Relationship Type="http://schemas.openxmlformats.org/officeDocument/2006/relationships/slideLayout" Target="/ppt/slideLayouts/slideLayout1.xml" Id="R3821bf17e4e74b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1bf17e4e74b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d8cf03c24f91" /><Relationship Type="http://schemas.openxmlformats.org/officeDocument/2006/relationships/notesSlide" Target="/ppt/notesSlides/notesSlide1.xml" Id="Raeb64adf1fe543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e57cd8904aaf" /><Relationship Type="http://schemas.openxmlformats.org/officeDocument/2006/relationships/notesSlide" Target="/ppt/notesSlides/notesSlide2.xml" Id="R972e4434b3ae48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e35e5dca84295" /><Relationship Type="http://schemas.openxmlformats.org/officeDocument/2006/relationships/notesSlide" Target="/ppt/notesSlides/notesSlide3.xml" Id="R083d5c00ecee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0e40fa4e427b" /><Relationship Type="http://schemas.openxmlformats.org/officeDocument/2006/relationships/notesSlide" Target="/ppt/notesSlides/notesSlide4.xml" Id="R0311d1002ef84c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a0354ac78455a" /><Relationship Type="http://schemas.openxmlformats.org/officeDocument/2006/relationships/notesSlide" Target="/ppt/notesSlides/notesSlide5.xml" Id="Redd52a2968c347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b1a18f923477a" /><Relationship Type="http://schemas.openxmlformats.org/officeDocument/2006/relationships/notesSlide" Target="/ppt/notesSlides/notesSlide6.xml" Id="R043eae0ab24b4e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eaad1b84b4ca9" /><Relationship Type="http://schemas.openxmlformats.org/officeDocument/2006/relationships/notesSlide" Target="/ppt/notesSlides/notesSlide7.xml" Id="R80418b09764b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fd2f12cf7440b" /><Relationship Type="http://schemas.openxmlformats.org/officeDocument/2006/relationships/image" Target="/ppt/media/image.png" Id="R7f00b3870c5d4200" /><Relationship Type="http://schemas.openxmlformats.org/officeDocument/2006/relationships/notesSlide" Target="/ppt/notesSlides/notesSlide8.xml" Id="R9dd29454383b44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6100956f443ec" /><Relationship Type="http://schemas.openxmlformats.org/officeDocument/2006/relationships/image" Target="/ppt/media/image2.png" Id="Re302e87ad4cb444a" /><Relationship Type="http://schemas.openxmlformats.org/officeDocument/2006/relationships/notesSlide" Target="/ppt/notesSlides/notesSlide9.xml" Id="R46e07b0b12c146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4a99b8a144099" /><Relationship Type="http://schemas.openxmlformats.org/officeDocument/2006/relationships/image" Target="/ppt/media/image3.png" Id="R0897e340b4f44a34" /><Relationship Type="http://schemas.openxmlformats.org/officeDocument/2006/relationships/notesSlide" Target="/ppt/notesSlides/notesSlide10.xml" Id="Rb7eab3ea667149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d75bf48404d4c" /><Relationship Type="http://schemas.openxmlformats.org/officeDocument/2006/relationships/notesSlide" Target="/ppt/notesSlides/notesSlide11.xml" Id="Racbeb0cb8bdb43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13dc51c484ad7" /><Relationship Type="http://schemas.openxmlformats.org/officeDocument/2006/relationships/notesSlide" Target="/ppt/notesSlides/notesSlide12.xml" Id="R709a0faa08de4a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ed038f91a44b0" /><Relationship Type="http://schemas.openxmlformats.org/officeDocument/2006/relationships/notesSlide" Target="/ppt/notesSlides/notesSlide13.xml" Id="Rf57057fbb16344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f854395124127" /><Relationship Type="http://schemas.openxmlformats.org/officeDocument/2006/relationships/notesSlide" Target="/ppt/notesSlides/notesSlide14.xml" Id="Rb48e6b49879f49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352b33dbd4434" /><Relationship Type="http://schemas.openxmlformats.org/officeDocument/2006/relationships/notesSlide" Target="/ppt/notesSlides/notesSlide15.xml" Id="R1d9a5b1589124a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b32b7fa8243a2" /><Relationship Type="http://schemas.openxmlformats.org/officeDocument/2006/relationships/notesSlide" Target="/ppt/notesSlides/notesSlide16.xml" Id="R453dd2ea7bbd49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0795dd5244be9" /><Relationship Type="http://schemas.openxmlformats.org/officeDocument/2006/relationships/notesSlide" Target="/ppt/notesSlides/notesSlide17.xml" Id="Re152ab8906b148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19d85c6334b77" /><Relationship Type="http://schemas.openxmlformats.org/officeDocument/2006/relationships/notesSlide" Target="/ppt/notesSlides/notesSlide18.xml" Id="R7f2bea414592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5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3BCBB-EE47-4D64-8AAC-D163507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Consorcio financiero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3A4C4-9631-4285-8215-A3DD9AC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9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9D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D6C48-31F0-4FD3-88AB-C9BB9672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de instituciones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 carteras de clientes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35CBF-23B6-45E6-9E78-DFF54C95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8BD7C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8BD7CE"/>
                </a:solidFill>
                <a:latin typeface="Arial"/>
                <a:ea typeface="Arial"/>
                <a:cs typeface="Arial"/>
              </a:rPr>
              <a:t>C# · Windows Forms · SQL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FB229-A8CA-4060-B4F1-5911AC5A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2DDE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2DDE5"/>
                </a:solidFill>
                <a:latin typeface="Arial"/>
                <a:ea typeface="Arial"/>
                <a:cs typeface="Arial"/>
              </a:rPr>
              <a:t>Proyecto de Programación Orientada a Objetos</a:t>
            </a:r>
          </a:p>
        </p:txBody>
      </p:sp>
    </p:spTree>
    <p:extLst>
      <p:ext uri="{BB962C8B-B14F-4D97-AF65-F5344CB8AC3E}">
        <p14:creationId xmlns:p14="http://schemas.microsoft.com/office/powerpoint/2010/main" val="404076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5F90E-5400-4A02-9E34-3404DD87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El problema del consorcio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50A84-C2CF-4C2F-8818-8C0845D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C1067-F2D2-4E9B-BF3E-7A46EB8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Varias instituciones pertenecen a un mismo grupo.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7E607-4214-4F56-A5FC-EE49FA76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Cada institución administra su cartera de clientes.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44A1C-3A7B-4231-A9D1-98454003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Una persona puede participar en varias carteras.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E1CC2-D71B-4066-AF16-DDDBB76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El sistema conserva una ficha única por DUI.</a:t>
            </a:r>
          </a:p>
        </p:txBody>
      </p:sp>
    </p:spTree>
    <p:extLst>
      <p:ext uri="{BB962C8B-B14F-4D97-AF65-F5344CB8AC3E}">
        <p14:creationId xmlns:p14="http://schemas.microsoft.com/office/powerpoint/2010/main" val="76507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A77FB-9FD8-41AB-A23F-12F29A24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Alcance de la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C4BED-D177-42D2-A146-3C37952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71500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Criterio del PDF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Entrega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Formularios y componentes · 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Aplicación Windows Forms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Conexión y guardado · 40%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SQL Server y transacciones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Presentación · 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18 diapositivas y notas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Exposición y defensa · 20%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Guion y demostración preparada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405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95C1B-6845-4DD3-8CE1-C506BDD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Reglas de asociación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796B4-7DD7-470D-9A74-095D6FA5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2007D-AFB1-4278-AB6B-49C28422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1 :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25D01-5268-41EB-B766-CE25833A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Consorcio e instituciones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0B65E-ECFB-4975-83E8-E3283C48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4619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Cada institución guarda un solo ConsorcioId obligatorio.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7B000-6E90-4579-8F3C-2F12F1D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N :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DB0EC-F02D-4B06-9676-FF0BDDC8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Clientes e instituciones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86969-5703-4C82-A79A-50B60A2F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Afiliaciones guarda cada pareja cliente e institución sin duplicarla.</a:t>
            </a:r>
          </a:p>
        </p:txBody>
      </p:sp>
    </p:spTree>
    <p:extLst>
      <p:ext uri="{BB962C8B-B14F-4D97-AF65-F5344CB8AC3E}">
        <p14:creationId xmlns:p14="http://schemas.microsoft.com/office/powerpoint/2010/main" val="584644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847D6-635E-4F81-9CDC-3540A15F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Arquitectura orientada a objetos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4BE6-B1AB-4D0E-BAEE-CF50514B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810250"/>
              </a:tblGrid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Clases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Interacción y formularios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MainForm, EditorForm, AffiliationsForm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Reglas, permisos y guardado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Service y Session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Conexión y consultas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Database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Comprobación funcional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IntegrationTests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141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0DBEB-2F90-42F5-81E5-9EE70BC5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Modelo relacional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79537-4C6F-4AE7-B26E-61B214E1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85800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Relación principal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Consorcios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Un consorcio contiene instituciones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Instituciones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ConsorcioId obligatorio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MunicipioId y DUI único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Afiliaciones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ClienteId + InstitucionId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Municipios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DepartamentoId obligatorio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269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3389A-6A09-4717-852C-20D16F6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Direcciones consistentes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B0A09-124C-4941-B6B4-598F044F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6642E-F2D9-400C-B46C-4EA50B6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5429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14 departamentos</a:t>
            </a:r>
          </a:p>
          <a:p xmlns:a="http://schemas.openxmlformats.org/drawingml/2006/main">
            <a:pPr>
              <a:defRPr sz="40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44 municipios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300FF-43A1-4778-959B-E187BE1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El cliente guarda el municipio y el complemento de dirección.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D461C-37B8-4618-AAC0-E9C226D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El departamento se obtiene desde el municipio.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AB838-80F3-47A1-9E8C-82CB79BC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La lista dependiente evita seleccionar una combinación incompatible.</a:t>
            </a:r>
          </a:p>
        </p:txBody>
      </p:sp>
    </p:spTree>
    <p:extLst>
      <p:ext uri="{BB962C8B-B14F-4D97-AF65-F5344CB8AC3E}">
        <p14:creationId xmlns:p14="http://schemas.microsoft.com/office/powerpoint/2010/main" val="2003612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322F1-5EB9-406D-B8BA-46A441E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Resumen del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D743-416F-4C13-810C-4C9E2FA4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0b3870c5d4200"/>
          <a:stretch xmlns:a="http://schemas.openxmlformats.org/drawingml/2006/main"/>
        </p:blipFill>
        <p:spPr>
          <a:xfrm xmlns:a="http://schemas.openxmlformats.org/drawingml/2006/main">
            <a:off x="2373322" y="1476375"/>
            <a:ext cx="7445356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5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817B9-267A-4217-987D-F9A2652F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Ficha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BF04E-58AB-40B0-9912-F825DF94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13022-3029-4B58-9A29-777018E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81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Registro, consulta</a:t>
            </a:r>
          </a:p>
          <a:p xmlns:a="http://schemas.openxmlformats.org/drawingml/2006/main">
            <a:pPr>
              <a:defRPr sz="3225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y edición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6A6AB-2CDD-4B58-8B1F-4BF37E42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5619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El ID se genera en SQL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El formulario conserva los datos cuando se necesita corregir un campo.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2e87ad4cb444a"/>
          <a:stretch xmlns:a="http://schemas.openxmlformats.org/drawingml/2006/main"/>
        </p:blipFill>
        <p:spPr>
          <a:xfrm xmlns:a="http://schemas.openxmlformats.org/drawingml/2006/main">
            <a:off x="7641003" y="1428750"/>
            <a:ext cx="357749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70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0A031-F6FE-4C69-9A2E-411567A7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Cartera de un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E80-E133-4D17-8792-80A371F1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7e340b4f44a34"/>
          <a:stretch xmlns:a="http://schemas.openxmlformats.org/drawingml/2006/main"/>
        </p:blipFill>
        <p:spPr>
          <a:xfrm xmlns:a="http://schemas.openxmlformats.org/drawingml/2006/main">
            <a:off x="1262397" y="1619250"/>
            <a:ext cx="647633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4F104-EBED-44CB-81A8-5A2DE28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47875"/>
            <a:ext cx="2905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La lista ofrece</a:t>
            </a:r>
          </a:p>
          <a:p xmlns:a="http://schemas.openxmlformats.org/drawingml/2006/main">
            <a:pPr>
              <a:defRPr sz="240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instituciones aún</a:t>
            </a:r>
          </a:p>
          <a:p xmlns:a="http://schemas.openxmlformats.org/drawingml/2006/main">
            <a:pPr>
              <a:defRPr sz="240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no asociadas.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99AA3-C757-47EB-8949-B1488155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Retirar un vínculo</a:t>
            </a:r>
          </a:p>
          <a:p xmlns:a="http://schemas.openxmlformats.org/drawingml/2006/main">
            <a:pPr>
              <a:defRPr sz="217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conserva la ficha</a:t>
            </a:r>
          </a:p>
          <a:p xmlns:a="http://schemas.openxmlformats.org/drawingml/2006/main">
            <a:pPr>
              <a:defRPr sz="217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del cliente.</a:t>
            </a:r>
          </a:p>
        </p:txBody>
      </p:sp>
    </p:spTree>
    <p:extLst>
      <p:ext uri="{BB962C8B-B14F-4D97-AF65-F5344CB8AC3E}">
        <p14:creationId xmlns:p14="http://schemas.microsoft.com/office/powerpoint/2010/main" val="293293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4E40-049C-4CCB-AF3D-6289179D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Validaciones de entrada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945D3-D3B3-4371-82D2-605A02B0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04850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Dato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DUI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Formato y unicidad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Nombre y dirección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Obligatoriedad y longitud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Fechas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Límites y rechazo de fechas futuras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Tipo y género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Opciones controladas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Relaciones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Claves foráneas y pareja única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363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B9C6-6AEB-4533-AF78-8244A0A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Acceso por 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7542A-3576-4BD4-B450-168C2EC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AC045-67B7-4A1D-8C54-B5F1F6D7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Administrador: cuentas, registros y eliminaciones.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F93E9-A160-445C-AC8F-B09EB4EC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812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Operador: clientes, instituciones y afiliaciones.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85246-FDF3-4E8F-8FC0-A63AB389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Consulta: fichas, listados y exportación.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2DB7A-8821-4369-888B-3EEA195D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Contraseñas con PBKDF2-SHA256 y sal individual</a:t>
            </a:r>
          </a:p>
        </p:txBody>
      </p:sp>
    </p:spTree>
    <p:extLst>
      <p:ext uri="{BB962C8B-B14F-4D97-AF65-F5344CB8AC3E}">
        <p14:creationId xmlns:p14="http://schemas.microsoft.com/office/powerpoint/2010/main" val="18636577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98BE8-8971-438B-B534-5423ACA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Guardado y ediciones simultáneas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27B37-40D0-4C28-AD83-3A635CE3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A1BB4-2136-4A56-9B91-B25B7A62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Una transacción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04BB9-76F5-4B6D-84F7-26B33EA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4905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El cambio y la auditoría se confirman juntos. Un error evita un guardado parcial.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BCCFD-AE8B-47AB-804B-A22A2884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Una versión por ficha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AF70E-9A58-4655-AAE9-4B59293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905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rowversion detecta cambios realizados por otro usuario antes de sobrescribir el registro.</a:t>
            </a:r>
          </a:p>
        </p:txBody>
      </p:sp>
    </p:spTree>
    <p:extLst>
      <p:ext uri="{BB962C8B-B14F-4D97-AF65-F5344CB8AC3E}">
        <p14:creationId xmlns:p14="http://schemas.microsoft.com/office/powerpoint/2010/main" val="1956021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F05DE-64D1-45BB-B748-A4FC77C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Índices según el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52925-A8C4-4A2B-975A-454120D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533400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Índice</a:t>
                      </a:r>
                    </a:p>
                  </a:txBody>
                  <a:tcPr marL="91440" marR="91440" marT="45720" marB="45720">
                    <a:solidFill>
                      <a:srgbClr val="13253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Cliente por DUI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UNIQUE de DUI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Búsqueda por nombre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Nombre e Id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Instituciones de un cliente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PK de Afiliaciones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Clientes de una institución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InstitucionId y ClienteId</a:t>
                      </a:r>
                    </a:p>
                  </a:txBody>
                  <a:tcPr marL="91440" marR="91440" marT="45720" marB="45720">
                    <a:solidFill>
                      <a:srgbClr val="E9F0F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Instituciones de un consorcio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539"/>
                          </a:solidFill>
                          <a:latin typeface="Arial"/>
                          <a:ea typeface="Arial"/>
                          <a:cs typeface="Arial"/>
                        </a:rPr>
                        <a:t>ConsorcioId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175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E96C-594C-410E-BDC2-F2841DB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Pruebas de integración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8F39D-81A8-498E-B0B2-F8A14336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F235A-5688-4D84-8E06-EB226B1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714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112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FD537-3B42-4CD8-B859-5B655F52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pruebas correctas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709DC-4AE5-49AD-BE41-DFBBFD2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5619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Guardado y edición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Duplicados y claves foráneas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Permisos y credenciales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Paginación y filtros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Conflictos de versión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B5360-D9E3-468C-9F47-7056DE8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Compilación sin errores ni advertencias</a:t>
            </a:r>
          </a:p>
        </p:txBody>
      </p:sp>
    </p:spTree>
    <p:extLst>
      <p:ext uri="{BB962C8B-B14F-4D97-AF65-F5344CB8AC3E}">
        <p14:creationId xmlns:p14="http://schemas.microsoft.com/office/powerpoint/2010/main" val="798941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D443E-FD70-4AAA-9B63-4FFE51BB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Instalación y ejecución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943F1-FC64-48E0-AD94-E9B1B6E6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A6F8F-42D5-472B-8B25-EF24A728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1. SSMS: ejecutar estructura y datos de demostración.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5E697-FB31-4C50-A733-6E6791C7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2. Configurar la instancia en conexion.txt.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86402-1CC8-4E44-BAEC-9B5EA7BA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3. Abrir Consorcio.sln o ejecutar INICIAR.cmd.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62F37-BE1A-4131-9C2E-07B25B5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4. Iniciar sesión y comprobar el resumen.</a:t>
            </a:r>
          </a:p>
        </p:txBody>
      </p:sp>
    </p:spTree>
    <p:extLst>
      <p:ext uri="{BB962C8B-B14F-4D97-AF65-F5344CB8AC3E}">
        <p14:creationId xmlns:p14="http://schemas.microsoft.com/office/powerpoint/2010/main" val="9743029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EE759-6227-44B4-95E9-6C73082C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539"/>
                </a:solidFill>
                <a:latin typeface="Arial"/>
                <a:ea typeface="Arial"/>
                <a:cs typeface="Arial"/>
              </a:rPr>
              <a:t>Escalabilidad y siguiente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745FA-FC18-4ED3-A0D6-CFBF7377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9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DA97A-2482-4D9E-AF0D-C2369FDE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BAB42-A74B-404F-89D3-5E51AF7D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Páginas de 50 registros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Índices por consulta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Transacciones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Control de versiones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5791E-46E6-4D63-9707-930CC547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747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470"/>
                </a:solidFill>
                <a:latin typeface="Arial"/>
                <a:ea typeface="Arial"/>
                <a:cs typeface="Arial"/>
              </a:rPr>
              <a:t>Para 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08B5C-FA82-4BD0-967C-43154062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Pruebas de carga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Acceso centralizado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Certificados válidos</a:t>
            </a:r>
          </a:p>
          <a:p xmlns:a="http://schemas.openxmlformats.org/drawingml/2006/main">
            <a:pPr>
              <a:defRPr sz="2325" b="0">
                <a:solidFill>
                  <a:srgbClr val="1325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32539"/>
                </a:solidFill>
                <a:latin typeface="Arial"/>
                <a:ea typeface="Arial"/>
                <a:cs typeface="Arial"/>
              </a:rPr>
              <a:t>Respaldo y monitoreo</a:t>
            </a:r>
          </a:p>
        </p:txBody>
      </p:sp>
    </p:spTree>
    <p:extLst>
      <p:ext uri="{BB962C8B-B14F-4D97-AF65-F5344CB8AC3E}">
        <p14:creationId xmlns:p14="http://schemas.microsoft.com/office/powerpoint/2010/main" val="14301367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25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9C9B1-2CF4-470E-A8F0-FAF2AC0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Demostración y defensa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51730-AA21-449D-8486-C0AAA77F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9D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9D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CAAD-CB26-4E70-85A4-D8786A4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ficha de cliente.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Varias instituciones.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FB589-7809-4722-AC01-8158173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7DDD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7DDD7"/>
                </a:solidFill>
                <a:latin typeface="Arial"/>
                <a:ea typeface="Arial"/>
                <a:cs typeface="Arial"/>
              </a:rPr>
              <a:t>Registrar un cliente, asociarlo a dos instituciones</a:t>
            </a:r>
          </a:p>
          <a:p xmlns:a="http://schemas.openxmlformats.org/drawingml/2006/main">
            <a:pPr>
              <a:defRPr sz="2400" b="0">
                <a:solidFill>
                  <a:srgbClr val="A7DDD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7DDD7"/>
                </a:solidFill>
                <a:latin typeface="Arial"/>
                <a:ea typeface="Arial"/>
                <a:cs typeface="Arial"/>
              </a:rPr>
              <a:t>y comprobar su persistencia en SQL Server.</a:t>
            </a:r>
          </a:p>
        </p:txBody>
      </p:sp>
    </p:spTree>
    <p:extLst>
      <p:ext uri="{BB962C8B-B14F-4D97-AF65-F5344CB8AC3E}">
        <p14:creationId xmlns:p14="http://schemas.microsoft.com/office/powerpoint/2010/main" val="14428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2026-09-13T00:31:23.7120000Z</dcterms:created>
  <dcterms:modified xsi:type="dcterms:W3CDTF">2026-09-13T00:31:23.7120000Z</dcterms:modified>
</coreProperties>
</file>